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Bluestock MF Capstone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Final project presentation for mutual fund analytics and dashboard reporting.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Problem: Identify top mutual fund schemes in India using data-driven analytics. Objective: Build a repeatable ETL and reporting pipeline that supports investment comparison and dashboard visualization.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Data sources include scheme metadata, NAV history, benchmark series, SIP transactions, AUM, expense ratio, fund managers, and risk metrics. Live NAV is fetched from MFAPI.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solution uses a structured ETL pipeline: dataset generation, data cleaning, database load, EDA, analytics, and deliverable generation with automated scripts.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NAV distribution and volatility patterns across large-cap schemes. Relationship between expense ratio and risk-adjusted return.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Correlation and portfolio composition analysis reveal sector concentration and risk profiles across schemes.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CAGR, Sharpe ratio, Sortino ratio, alpha/beta, drawdown, and fund scorecard metrics show scheme performance across horizons.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VaR/CVaR and SIP continuity analysis support downside risk evaluation and investor behavior insights.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Screenshots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Visual dashboards illustrate comparative fund performance, investor analytics, and portfolio risk snapshots.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Screenshots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interactive reporting layout supports stakeholder review and executive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Focus on risk-adjusted returns, expense management, sector concentration, and consistent SIP investor engagement for portfolio selection.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Thank you for reviewing the Bluestock MF capstone analysis.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