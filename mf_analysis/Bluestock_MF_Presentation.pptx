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Bluestock MF —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12-slide summary generated by build_presentation.py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