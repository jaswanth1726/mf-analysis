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4FC3F7"/>
                </a:solidFill>
              </a:rPr>
              <a:t>Mutual Fund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0A4AE"/>
                </a:solidFill>
              </a:rPr>
              <a:t>Day 3 — EDA &amp;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A4AE"/>
                </a:solidFill>
              </a:rPr>
              <a:t>Bluestock Fintech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Day 3 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914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1.  Daily Returns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7276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0A4AE"/>
                </a:solidFill>
              </a:rPr>
              <a:t>2.  CAGR — 1 Year / 3 Year / 5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31136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3.  Sharpe Ratio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9504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0A4AE"/>
                </a:solidFill>
              </a:rPr>
              <a:t>4.  Sortino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4787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5.  Alpha &amp; Beta (OLS vs Nifty 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0A4AE"/>
                </a:solidFill>
              </a:rPr>
              <a:t>6.  Maximum Drawdown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6460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7.  Fund Scorecard (Composite 0-100)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22976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0A4AE"/>
                </a:solidFill>
              </a:rPr>
              <a:t>8.  Benchmark Comparison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Daily Returns — Distribution &amp; Sanity Check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A4AE"/>
                </a:solidFill>
              </a:rPr>
              <a:t>Risk-Free Rate: RBI Repo 6.5% annualised  |  RF daily = 0.065 / 252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Daily returns computed using pct_change() per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Returns &gt; ±5% flagged as extreme — result: 0 extreme rows (0.00%)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Distribution is approximately normal across all 20 schemes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Mean daily return range: -0.0002 to +0.0003 (as expected for MF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6BB6A"/>
                </a:solidFill>
              </a:rPr>
              <a:t>Data Quality: PASSED — no extreme outliers in daily returns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CAGR — 1 Year / 3 Year / 5 Year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828800"/>
                <a:gridCol w="1828800"/>
                <a:gridCol w="18288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CAGR 1Y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CAGR 3Y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CAGR 5Y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Mirae Asset Short Duration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37.78%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7.08%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ICICI Prudential ELSS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5.31%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Kotak Mahindra Liquid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22.28%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4.64%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Mirae Asset Large Cap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3.99%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SBI Mutual Fund Mid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3.34%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0A4AE"/>
                </a:solidFill>
              </a:rPr>
              <a:t>Formula: CAGR = (End NAV / Start NAV)^(1/years) - 1  |  Lookback: 252 trading days per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A726"/>
                </a:solidFill>
              </a:rPr>
              <a:t>Worst 3Y CAGR: Nippon India Flexi Cap (-3.83%)  |  Franklin Templeton Small Cap (-1.63%)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Risk-Adjusted Returns — Sharpe &amp; Sortino Ratios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0A4AE"/>
                </a:solidFill>
              </a:rPr>
              <a:t>Sharpe = (Mean Excess Return / Std Dev) x sqrt(252)     Sortino = (Mean Excess Return / Downside Std) x sqrt(252)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Sharpe Ratio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Sharpe Rank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Kotak Mahindra Liquid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-0.70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Rank 1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ICICI Prudential ELSS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-0.68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Rank 2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Mirae Asset Large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-0.79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Rank 3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SBI Mutual Fund Flexi Cap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-0.59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Rank 4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Mirae Asset Short Duration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-0.96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Rank 5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A726"/>
                </a:solidFill>
              </a:rPr>
              <a:t>Note: All Sharpe ratios are negative — synthetic benchmark data is uncorrelated with fund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A4AE"/>
                </a:solidFill>
              </a:rPr>
              <a:t>Sortino penalises only downside volatility — better measure for asymmetric return distributions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Alpha &amp; Beta — OLS Regression vs Nifty 100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0A4AE"/>
                </a:solidFill>
              </a:rPr>
              <a:t>Model: Fund Return = Alpha + Beta x Benchmark Return  |  Min 30 observations required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828800"/>
                <a:gridCol w="2286000"/>
                <a:gridCol w="22860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Beta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Alpha (Annual)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R-Squared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SBI Mutual Fund Flexi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-0.0004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25.32%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0.0004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Kotak Mahindra Liquid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-0.0007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22.88%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0.0015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Mirae Asset Large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-0.0003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20.79%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0.0004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ICICI Prudential ELSS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 0.0006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20.45%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0.0012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HDFC Mutual Fund Small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-0.0000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16.19%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0.0000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A726"/>
                </a:solidFill>
              </a:rPr>
              <a:t>Betas near 0 and R2 near 0 — benchmark data is synthetic/random, not correlated with fund NAVs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A4AE"/>
                </a:solidFill>
              </a:rPr>
              <a:t>Worst alpha: Nippon India Flexi Cap (-17.81%)  |  Saved to: alpha_beta.csv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Maximum Drawdown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0A4AE"/>
                </a:solidFill>
              </a:rPr>
              <a:t>Max Drawdown = (Trough NAV - Peak NAV) / Peak NAV  |  Measures worst peak-to-trough decline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Max Drawdown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Nippon India Flexi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-37.99%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Worst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Franklin Templeton Small Cap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-28.75%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2nd Worst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UTI Mutual Fund Mid Cap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-20.91%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3rd Worst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Axis Short Duration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-20.12%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4th Worst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Kotak Balanced Advantage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-19.24%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5th Worst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BB6A"/>
                </a:solidFill>
              </a:rPr>
              <a:t>Best (least drawdown): ICICI ELSS (-7.41%)  |  Kotak Liquid (-7.63%)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A4AE"/>
                </a:solidFill>
              </a:rPr>
              <a:t>Drawdown used in scorecard with 10% weight — lower drawdown = higher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Fund Scorecard — Composite Score (0-100)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0A4AE"/>
                </a:solidFill>
              </a:rPr>
              <a:t>Weights: 30% CAGR 3Y  +  25% Sharpe  +  20% Alpha  +  15% TER (inverse)  +  10% Max Drawdown (inverse)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371600"/>
                <a:gridCol w="1645920"/>
                <a:gridCol w="1645920"/>
                <a:gridCol w="1737360"/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CAGR 3Y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C3F7"/>
                          </a:solidFill>
                        </a:rPr>
                        <a:t>Alpha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Axis ELSS Fund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64.5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2.65%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-0.97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12.3708%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Mirae Asset Short Duration 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62.5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7.08%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-0.96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10.7922%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Kotak Mahindra Balanced Advantage F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61.25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0.24%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-1.41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0.4943%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Kotak Mahindra Liquid 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61.25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4.64%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-0.7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22.8821%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DSP Balanced Advantage Fund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58.75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1.33%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-1.09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9.0336%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UTI Flexi Cap 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58.5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3.09%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-1.03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12.1606%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Franklin Templeton Large Cap Fund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57.5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0.98%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-1.13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7.3834%</a:t>
                      </a:r>
                    </a:p>
                  </a:txBody>
                  <a:tcPr>
                    <a:solidFill>
                      <a:srgbClr val="12151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SBI Mid Cap Fund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57.5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3.34%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-1.36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-2.1583%</a:t>
                      </a:r>
                    </a:p>
                  </a:txBody>
                  <a:tcPr>
                    <a:solidFill>
                      <a:srgbClr val="1A1F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66BB6A"/>
                </a:solidFill>
              </a:rPr>
              <a:t>Top Fund: Axis ELSS (64.5)  |  Saved to: fund_scorecard.csv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Benchmark Comparison Chart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</a:rPr>
              <a:t>Day 3 Summary &amp; Key Insights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1106424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20 schemes analysed  |  69,880 NAV data points  |  3,494 trading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0A4AE"/>
                </a:solidFill>
              </a:rPr>
              <a:t>  Top CAGR 3Y: Mirae Asset Short Duration (7.08%)  |  Worst: Nippon Flexi Cap (-3.83%)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Best Sharpe: Kotak Liquid (-0.70)  |  Best Alpha: SBI Flexi Cap (+25.32% annualised)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0A4AE"/>
                </a:solidFill>
              </a:rPr>
              <a:t>  Worst Drawdown: Nippon India Flexi Cap (-37.99%)  |  Best: ICICI ELSS (-7.41%)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Top Scorecard: Axis ELSS (64.5)  |  Mirae Short Duration (62.5)  |  Kotak Liquid (61.25)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0A4AE"/>
                </a:solidFill>
              </a:rPr>
              <a:t>  Deliverables: alpha_beta.csv, fund_scorecard.csv, dashboard/benchmark_comparison.png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0A4AE"/>
                </a:solidFill>
              </a:rPr>
              <a:t>GitHub: github.com/JASWANTH1726/mf-analysis  |  Commit: 8937a0c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