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EDF3"/>
                </a:solidFill>
              </a:rPr>
              <a:t>Mutual Fund Analysis — 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C3F7"/>
                </a:solidFill>
              </a:rPr>
              <a:t>Dashboard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4-Page Interactive Dashboard  |  PNG + PDF Export  |  40 Schemes  |  Dark Theme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56032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C3F7"/>
                </a:solidFill>
              </a:rPr>
              <a:t>Page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Industry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560320"/>
            <a:ext cx="256032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6D364"/>
                </a:solidFill>
              </a:rPr>
              <a:t>Page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Fund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560320"/>
            <a:ext cx="256032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3B341"/>
                </a:solidFill>
              </a:rPr>
              <a:t>Page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Investor Analytics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560320"/>
            <a:ext cx="256032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C8CFF"/>
                </a:solidFill>
              </a:rPr>
              <a:t>Page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</a:rPr>
              <a:t>SIP &amp; Market 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GitHub: github.com/JASWANTH1726/mf-analysis  |  Commit: fb9b695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Tools: Python  |  Matplotlib  |  Seaborn  |  Pandas  |  PIL  | 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Day 4 — What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Dashboard Development  |  4 Pages  |  PNG +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116128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✦  create_dashboard.py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Single Python script generating all 4 dashboard pages + 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128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✦  Page 1 — Industry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KPI cards (AUM, SIP, Folios, Schemes) + AUM trend + AUM by AMC + Category pie + Risk donut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116128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</a:rPr>
              <a:t>✦  Page 2 — Fund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Return vs Risk scatter (bubble=AUM, colour=score) + Scorecard table top 10 + NAV vs benchmark + Alpha bar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116128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</a:rPr>
              <a:t>✦  Page 3 — Investor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13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Txn type donut + KYC bar + State transaction bar + Monthly volume grouped bar + Avg amount by fund 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80560"/>
            <a:ext cx="116128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✦  Page 4 — SIP &amp; Market 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28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SIP vs Nifty 50 dual-axis + Category inflow heatmap + Net inflow by category + SIP YoY dual-axis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94960"/>
            <a:ext cx="116128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✦  Dashboard.pdf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424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All 4 pages combined into a single PDF using PIL + matplotlib PdfPages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Page 1 — Industry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KPI Cards  |  AUM Trend  |  Fund House  |  Category Mix  |  Risk Grade</a:t>
            </a:r>
          </a:p>
        </p:txBody>
      </p:sp>
      <p:pic>
        <p:nvPicPr>
          <p:cNvPr id="5" name="Picture 4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61288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40 Schemes  |  20 Fund Houses  |  2022–2024 AUM Data  |  Dark Theme (#0d1117)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Page 2 — Fund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Return vs Risk  |  Scorecard Top 10  |  NAV vs Benchmark  |  Alpha Bar</a:t>
            </a:r>
          </a:p>
        </p:txBody>
      </p:sp>
      <p:pic>
        <p:nvPicPr>
          <p:cNvPr id="5" name="Picture 4" descr="page2_fun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61288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Scorecard #1: Mirae Short Duration (70.06)  |  Top Alpha: Quantum Balanced Advantage (44.30%)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Page 3 — Investor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Transactions  |  KYC Status  |  State Distribution  |  Monthly Volume</a:t>
            </a:r>
          </a:p>
        </p:txBody>
      </p:sp>
      <p:pic>
        <p:nvPicPr>
          <p:cNvPr id="5" name="Picture 4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61288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1,998 Transactions  |  SIP / Lumpsum / Redemption  |  KYC Verified / Pending / Rejected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Page 4 — SIP &amp; Market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SIP vs Nifty 50  |  Category Heatmap  |  Net Inflows  |  YoY Trend</a:t>
            </a:r>
          </a:p>
        </p:txBody>
      </p:sp>
      <p:pic>
        <p:nvPicPr>
          <p:cNvPr id="5" name="Picture 4" descr="page4_sip_marke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61288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SIP Inflows vs Nifty 50 dual-axis  |  Category heatmap by year  |  Net inflow by sub-category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Key Insights from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Fund Scorecard  |  Alpha/Beta  |  AUM  |  Investor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56692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Scorecard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Mirae Short Duration (118989) — Score 70.06 — balanced across CAGR, Sharpe, Alpha, 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822960"/>
            <a:ext cx="56692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961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Top Alpha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Quantum Balanced Advantage (121020) — Alpha 44.30% — only fund with positive Sharpe (+0.002)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56692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13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</a:rPr>
              <a:t>CAGR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517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PGIM Mid Cap (121009) — CAGR 3Y 29.59% — highest 3-year compounded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40280"/>
            <a:ext cx="56692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13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</a:rPr>
              <a:t>AUM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517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Top 10 fund houses hold ~80% of total AUM; HDFC, SBI, ICICI dominate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56692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7307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Investor Mix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690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SIP transactions dominate (~60%); KYC Verified accounts drive 85%+ of inflows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6692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307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Market 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690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SIP inflows show strong YoY growth; Nifty 50 correlation visible in monthly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74920"/>
            <a:ext cx="56692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1480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Category Mix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4864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Equity funds lead (40%); Debt &amp; Hybrid each ~30%; Balanced Advantage growing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074920"/>
            <a:ext cx="56692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1480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</a:rPr>
              <a:t>Risk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4864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Moderate risk grade dominates (50%+); Very High risk funds show highest alpha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Data Pipeline  |  Analytics  |  Visualisation  | 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2011680" cy="10972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Data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822960"/>
            <a:ext cx="9418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12 CSVs → data_cleaning.py → 10 clean CSVs → db_load.py → bluestock_mf.db (SQLite star schema)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FC3F7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2011680" cy="109728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Analytics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194560"/>
            <a:ext cx="9418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performance_analytics.py → daily_returns, CAGR, Sharpe, Sortino, Alpha/Beta (OLS), Max Drawdown, Scorecard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6D364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66160"/>
            <a:ext cx="2011680" cy="109728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Dashboard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566160"/>
            <a:ext cx="9418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create_dashboard.py → matplotlib (Agg backend) + seaborn → 4 × PNG (150 dpi, 20×11.25 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3B341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37760"/>
            <a:ext cx="2011680" cy="109728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257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Export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4937760"/>
            <a:ext cx="9418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5212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PIL + PdfPages → Dashboard.pdf (4 pages combined)  |  Git push → github.com/JASWANTH1726/mf-analysis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Deliverables &amp;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All outputs committed to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56692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create_dashboard.py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Main dashboard script — 4 pages + 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822960"/>
            <a:ext cx="56692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87782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dashboard/page1_industry_overview.png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Industry KPIs, AUM trend, category mix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56692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665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dashboard/page2_fund_performance.png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423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Return/risk scatter, scorecard, alpha bar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56692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0665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dashboard/page3_investor_analytics.png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423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Txn donut, KYC, state, monthly volume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56692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2552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dashboard/page4_sip_market_trends.png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611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SIP vs Nifty, heatmap, net inflows, YoY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00400"/>
            <a:ext cx="56692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2552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dashboard/Dashboard.pdf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611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All 4 pages combined into single PDF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389120"/>
            <a:ext cx="56692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443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C8CFF"/>
                </a:solidFill>
              </a:rPr>
              <a:t>fund_scorecard.csv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40 funds scored — top: Mirae Short Duration (70.06)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389120"/>
            <a:ext cx="56692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443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C8CFF"/>
                </a:solidFill>
              </a:rPr>
              <a:t>alpha_beta.csv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OLS alpha/beta for 40 funds — top alpha: Quantum (44.30%)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577840"/>
            <a:ext cx="56692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6327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bluestock_mf.db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989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SQLite DB — dim_fund(40), fact_nav(139,760), fact_txn(1,998)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FC3F7"/>
                </a:solidFill>
              </a:rPr>
              <a:t>Submission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Day 4 — Dashboard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5852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Project: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144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Mutual Fund Analysis — Bluestock Fintech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914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9144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Day 4 — Dashboard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Task: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91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Build a 4-page matplotlib dashboard replacing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GitHub Repo: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https://github.com/JASWANTH1726/mf-analysis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Latest Commit: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468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fb9b695 — Dashboard: 4-page PNG + PDF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Branch: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468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Files Added: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246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create_dashboard.py, 4× page PNGs, Dashboard.pdf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Dataset: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246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40 schemes, 139,760 NAV rows, 1,998 transactions, 1,440 AUM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DB: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0233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bluestock_mf.db — SQLite star schema (6 tables)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Top Fund: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0233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Mirae Short Duration (118989) — Scorecard Score: 70.06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Top Alpha: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8006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Quantum Balanced Advantage (121020) — Alpha: 44.30%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800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Tech Stack: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8006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Python 3.x | Pandas | Matplotlib | Seaborn | PIL | SQLite | Git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Submitted by: Jaswanth  |  Bluestock Fintech Internship  |  Day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