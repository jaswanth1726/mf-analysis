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737360"/>
            <a:ext cx="941832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6EDF3"/>
                </a:solidFill>
              </a:rPr>
              <a:t>Mutual Fund Analysis - 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FC3F7"/>
                </a:solidFill>
              </a:rPr>
              <a:t>Advanced Analytics + Risk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VaR/CVaR  |  Rolling Sharpe  |  Cohort Analysis  |  SIP Continuity  |  Recommender  |  HHI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Task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VaR &amp; CVaR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6D364"/>
                </a:solidFill>
              </a:rPr>
              <a:t>Task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Rolling Sharpe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</a:rPr>
              <a:t>Task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Cohort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C8CFF"/>
                </a:solidFill>
              </a:rPr>
              <a:t>Task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SIP Continuity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5149"/>
                </a:solidFill>
              </a:rPr>
              <a:t>Task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Recommender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2651760"/>
            <a:ext cx="17373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679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</a:rPr>
              <a:t>Task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6EDF3"/>
                </a:solidFill>
              </a:rPr>
              <a:t>Sector HHI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GitHub: github.com/JASWANTH1726/mf-analysis  |  Commit: 26d14ec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Tools: Python | Pandas | NumPy | Matplotlib | Seaborn | Jupyter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Day 5 - Tasks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6 Advanced Analytics Tasks + 5 Insights + 6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Task 1 - Historical VaR (95%) &amp; CVaR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5th percentile of daily return distribution. CVaR = mean of returns below VaR. Computed for all 40 schemes. Saved to var_cvar_report.csv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64792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</a:rPr>
              <a:t>Task 2 - Rolling 90-Day Sharpe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returns.rolling(90).mean() / returns.rolling(90).std() x sqrt(252). Plotted for top 5 scorecard funds. Saved as rolling_sharpe_chart.png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52344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9806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Task 3 - Investor Cohort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181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Group by first SIP year. Compute avg SIP amount, total invested, top fund preference per cohort. Saved to cohort_analysis.csv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39896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8561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</a:rPr>
              <a:t>Task 4 - SIP Continuity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0565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For folios with 3+ SIPs, compute avg gap between dates. Flag folios with gap &gt; 35 days as at-risk. Saved to sip_continuity.csv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27448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Task 5 - Fund Recommender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932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Input: risk appetite (Low/Moderate/High). Output: top 3 funds by Sharpe within matching risk_grade. Saved as recommender.py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715000"/>
            <a:ext cx="116128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Task 6 - Sector HHI Concentration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HHI = sum(weight_i^2) per fund. High HHI = concentrated portfolio. Compared across all equity funds. Saved to hhi_concentration.csv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1 - Historical VaR (95%) &amp; CVaR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All 40 Schemes  |  Daily Return Distribution  |  Tail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VaR 95% = np.percentile(daily_returns, 5)     |     CVaR 95% = mean(returns where return &lt;= VaR)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Interpretation: On a bad day (5th percentile), VaR tells max expected loss. CVaR = average loss beyond that threshold.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56692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048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Highest VaR (Most Risky)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15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Nippon India Flexi Cap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44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VaR: -0.3843%     CVaR: -0.55%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83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Saved: var_cvar_report.csv (40 rows)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56692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4048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Lowest VaR (Safest)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Aditya Birla Flexi Cap Fund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0449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</a:rPr>
              <a:t>VaR: -0.1392%     CVaR: -0.20%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83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Saved: var_cvar_report.csv (40 rows)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43400"/>
            <a:ext cx="56692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416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High Risk Grade Avg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27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Very High / High risk funds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56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VaR: ~-0.30%     CVaR: ~-0.45%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94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Saved: var_cvar_report.csv (40 rows)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43400"/>
            <a:ext cx="566928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4165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Low Risk Grade Avg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727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Low / Moderate risk funds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056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VaR: ~-0.15%     CVaR: ~-0.22%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394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B949E"/>
                </a:solidFill>
              </a:rPr>
              <a:t>Saved: var_cvar_report.csv (40 rows)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2 - Rolling 90-Day Sharpe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Top 5 Scorecard Funds  |  Annualised  |  2015-2024</a:t>
            </a:r>
          </a:p>
        </p:txBody>
      </p:sp>
      <p:pic>
        <p:nvPicPr>
          <p:cNvPr id="5" name="Picture 4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1161288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Formula: (rolling_mean(90) - RF) / rolling_std(90) x sqrt(252)     RF = 6.5% / 252 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6D364"/>
                </a:solidFill>
              </a:rPr>
              <a:t>Quantum Balanced Advantage is the only fund crossing positive Sharpe in 2023-24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3 - Investor Cohort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Grouped by First SIP Year  |  Avg SIP  |  Total Invested  |  Top Fund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0515600" cy="411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50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Cohort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50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Investors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850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Avg SIP Amt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850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Total Invested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850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Top Fund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25880"/>
            <a:ext cx="105156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35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35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Rs 14,268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Rs 23.97L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435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DSP Flexi Cap Fund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65960"/>
            <a:ext cx="10515600" cy="54864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075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0756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39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Rs 14,109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Rs 21.45L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756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ICICI Short Duration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06039"/>
            <a:ext cx="105156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71576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271576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39" y="27157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Rs 11,874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7157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Rs 20.31L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71576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ICICI Short Duration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46120"/>
            <a:ext cx="10515600" cy="54864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355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3558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39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Rs 16,948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Rs 27.46L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355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Nippon Flexi Cap Fund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886200"/>
            <a:ext cx="1051560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95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3995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39" y="3995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Rs 12,517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3995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Rs 18.15L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9959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Quantum Balanced Adv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663440"/>
            <a:ext cx="116128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7365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Key Insight: 2023 cohort invests the most (Rs 27.46L total, avg Rs 16,948/SIP). Newer investors commit larger amounts.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4 - SIP Continuity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Folio-level Gap Analysis  |  At-Risk Flag  |  Gap &gt; 35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11612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Sort SIP transactions by folio_no + date. Compute gap between consecutive SIPs.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612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</a:rPr>
              <a:t>Active Folios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48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Folios with 3+ SIP transactions selected for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17520"/>
            <a:ext cx="11612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At-Risk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46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avg_gap_days &gt; 35 days = at-risk investor (skipping monthly SIPs)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14800"/>
            <a:ext cx="11612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Business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3434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At-risk investors should receive nudge campaigns to resume SIPs before lapse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12080"/>
            <a:ext cx="1161288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</a:rPr>
              <a:t>Output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406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sip_continuity.csv - columns: folio_no, avg_gap_days, at_risk (True/False)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5 - Fund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Input: Risk Appetite  |  Output: Top 3 Funds by Sharpe  |  recommender.py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Usage:  python recommender.py     OR     from recommender import recommend; recommend('Moderate')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411480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99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Low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Edelweiss Flexi Cap Fund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58567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328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-0.648   Score: 49.0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Kotak Mahindra Liquid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2160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95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-0.774   Score: 62.4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Tata Small Cap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1846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4589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-0.887   Score: 37.2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1371600"/>
            <a:ext cx="3749039" cy="4114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59" y="1399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Moderate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874519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Sundaram Liquid 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399" y="2258567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25328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-0.541   Score: 53.8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33756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3383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Aditya Birla Flexi Cap 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372160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3995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-0.543   Score: 40.9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480060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399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DSP Flexi Cap Fund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51846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Moderate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54589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-0.591   Score: 47.9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749039" cy="4114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399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High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874519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92023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Quantum Balanced Advantage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258567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Very 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532887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+0.002   Score: 61.4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33756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33832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PGIM India Mid Cap Fund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72160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High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39959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-0.410   Score: 54.1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800600"/>
            <a:ext cx="3749039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846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Sundaram Liquid Fund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1846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Risk Grade: Moderate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4589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EDF3"/>
                </a:solidFill>
              </a:rPr>
              <a:t>Sharpe: -0.541   Score: 53.8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Task 6 - Sector HHI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Herfindahl-Hirschman Index  |  Equity Funds  |  Portfolio Concentration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Formula: HHI = sum(weight_i ^ 2)   |   High HHI (&gt;0.15) = Concentrated   |   Low HHI (&lt;0.08) = Diversified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10881360" cy="365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Fund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353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HHI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9" y="1353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3533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Top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10881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74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Kotak Mahindra Mid Cap Fund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74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0.2192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1874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74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Banking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50008"/>
            <a:ext cx="10881360" cy="50292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41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HDFC Large Cap Fund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41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0.1885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2441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441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16936"/>
            <a:ext cx="10881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0083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HDFC ELSS 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083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0.1864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3008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008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FMCG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83863"/>
            <a:ext cx="10881360" cy="50292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5753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Kotak Mahindra Liquid 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57530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0.1841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35753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5753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Energy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050791"/>
            <a:ext cx="10881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1422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Edelweiss Flexi Cap Fund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14223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0.1435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41422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Moderate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1422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Banking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617720"/>
            <a:ext cx="10881360" cy="50292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Tata Short Duration Fund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4709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0.1405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4709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Moderate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709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84648"/>
            <a:ext cx="1088136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276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Tata Small Cap Fund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5276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0.1393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59" y="5276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Moderate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5276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Banking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751576"/>
            <a:ext cx="10881360" cy="502920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8430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Edelweiss Balanced Advantage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58430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0.1239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59" y="5843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Moderate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58430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Energy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5 Advanced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From Advanced_Analytics.ipynb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50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C3F7"/>
                </a:solidFill>
              </a:rPr>
              <a:t>Insight 1 - Highest VaR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Nippon India Flexi Cap has highest VaR (-0.38%). Aditya Birla Flexi Cap is safest (-0.14%). High risk grade funds consistently show VaR below -0.30%.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56692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50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6D364"/>
                </a:solidFill>
              </a:rPr>
              <a:t>Insight 2 - Investor Cohorts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2023 cohort invests the most (Rs 27.46L, avg Rs 16,948/SIP). Newer investors commit larger amounts. Fund preference shifted from DSP (2020) to ICICI (2021-22) to Nippon (2023).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88920"/>
            <a:ext cx="56692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862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Insight 3 - SIP Continuity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461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Folios with avg gap &gt; 35 days are at-risk of lapsing. These investors need nudge campaigns. High continuity rate (&gt;80%) means disciplined investor 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88920"/>
            <a:ext cx="56692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8620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</a:rPr>
              <a:t>Insight 4 - Rolling Sharpe &amp; Market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All top 5 funds had negative Sharpe during 2022 market correction. Quantum Balanced Advantage is the only fund crossing positive Sharpe in 2023-24 due to defensive allocation.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128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87375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Insight 5 - Sector Concentration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5780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Kotak Mid Cap has highest HHI (0.22) - Banking concentrated. HDFC Large Cap &amp; ELSS also High HHI. Investors seeking diversification should prefer HHI &lt; 0.08 funds.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</a:rPr>
              <a:t>Deliverables &amp; Submission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Day 5 - Advanced Analytics + Risk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1612880" cy="58521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9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advanced_analytics.py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Main script - all 6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1440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9692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</a:rPr>
              <a:t>recommender.py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Standalone fund recommender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var_cvar_report.csv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VaR &amp; CVaR for all 40 schemes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1579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cohort_analysis.csv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14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Investor cohort metrics by first SIP 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346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sip_continuity.csv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Folio-level SIP gap + at-risk flag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9184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3467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6D364"/>
                </a:solidFill>
              </a:rPr>
              <a:t>hhi_concentration.csv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Sector HHI for all equity funds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8056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535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notebooks/Advanced_Analytics.ipynb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Full notebook with 5 markdown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480560"/>
            <a:ext cx="5577840" cy="1005840"/>
          </a:xfrm>
          <a:prstGeom prst="rect">
            <a:avLst/>
          </a:prstGeom>
          <a:solidFill>
            <a:srgbClr val="1C2128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35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</a:rPr>
              <a:t>dashboard/rolling_sharpe_chart.png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EDF3"/>
                </a:solidFill>
              </a:rPr>
              <a:t>Rolling 90-day Sharpe chart - top 5 funds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GitHub: github.com/JASWANTH1726/mf-analysis  |  Commit: 26d14ec  |  Branch: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